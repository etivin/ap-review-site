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56" r:id="rId3"/>
    <p:sldId id="257" r:id="rId4"/>
    <p:sldId id="258" r:id="rId5"/>
    <p:sldId id="259" r:id="rId6"/>
    <p:sldId id="261" r:id="rId7"/>
    <p:sldId id="263" r:id="rId8"/>
    <p:sldId id="262" r:id="rId9"/>
    <p:sldId id="260" r:id="rId10"/>
    <p:sldId id="264"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F6EEE8-6D17-4E8A-AA2B-8CB45EED2182}" v="3" dt="2024-10-10T12:56:07.6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p:scale>
          <a:sx n="69" d="100"/>
          <a:sy n="69" d="100"/>
        </p:scale>
        <p:origin x="-1612" y="5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vin, Eli (Faculty)" userId="905c1f74-0578-45ae-9c4e-78395481d343" providerId="ADAL" clId="{58F6EEE8-6D17-4E8A-AA2B-8CB45EED2182}"/>
    <pc:docChg chg="custSel addSld modSld sldOrd">
      <pc:chgData name="Tivin, Eli (Faculty)" userId="905c1f74-0578-45ae-9c4e-78395481d343" providerId="ADAL" clId="{58F6EEE8-6D17-4E8A-AA2B-8CB45EED2182}" dt="2024-10-10T12:56:35.981" v="359" actId="20577"/>
      <pc:docMkLst>
        <pc:docMk/>
      </pc:docMkLst>
      <pc:sldChg chg="modSp mod">
        <pc:chgData name="Tivin, Eli (Faculty)" userId="905c1f74-0578-45ae-9c4e-78395481d343" providerId="ADAL" clId="{58F6EEE8-6D17-4E8A-AA2B-8CB45EED2182}" dt="2024-10-10T12:56:35.981" v="359" actId="20577"/>
        <pc:sldMkLst>
          <pc:docMk/>
          <pc:sldMk cId="1764970720" sldId="258"/>
        </pc:sldMkLst>
        <pc:spChg chg="mod">
          <ac:chgData name="Tivin, Eli (Faculty)" userId="905c1f74-0578-45ae-9c4e-78395481d343" providerId="ADAL" clId="{58F6EEE8-6D17-4E8A-AA2B-8CB45EED2182}" dt="2024-10-10T12:56:35.981" v="359" actId="20577"/>
          <ac:spMkLst>
            <pc:docMk/>
            <pc:sldMk cId="1764970720" sldId="258"/>
            <ac:spMk id="3" creationId="{1E4614B2-4F12-E2E3-7C05-44B5AB819648}"/>
          </ac:spMkLst>
        </pc:spChg>
      </pc:sldChg>
      <pc:sldChg chg="modSp">
        <pc:chgData name="Tivin, Eli (Faculty)" userId="905c1f74-0578-45ae-9c4e-78395481d343" providerId="ADAL" clId="{58F6EEE8-6D17-4E8A-AA2B-8CB45EED2182}" dt="2024-10-10T12:56:07.623" v="289" actId="14100"/>
        <pc:sldMkLst>
          <pc:docMk/>
          <pc:sldMk cId="3639283271" sldId="259"/>
        </pc:sldMkLst>
        <pc:picChg chg="mod">
          <ac:chgData name="Tivin, Eli (Faculty)" userId="905c1f74-0578-45ae-9c4e-78395481d343" providerId="ADAL" clId="{58F6EEE8-6D17-4E8A-AA2B-8CB45EED2182}" dt="2024-10-10T12:56:07.623" v="289" actId="14100"/>
          <ac:picMkLst>
            <pc:docMk/>
            <pc:sldMk cId="3639283271" sldId="259"/>
            <ac:picMk id="2052" creationId="{7D08ADDE-98FE-3227-ED8F-EE36DD9FA0C6}"/>
          </ac:picMkLst>
        </pc:picChg>
      </pc:sldChg>
      <pc:sldChg chg="modSp new mod ord">
        <pc:chgData name="Tivin, Eli (Faculty)" userId="905c1f74-0578-45ae-9c4e-78395481d343" providerId="ADAL" clId="{58F6EEE8-6D17-4E8A-AA2B-8CB45EED2182}" dt="2024-10-10T11:29:18.299" v="286" actId="27636"/>
        <pc:sldMkLst>
          <pc:docMk/>
          <pc:sldMk cId="2500111306" sldId="266"/>
        </pc:sldMkLst>
        <pc:spChg chg="mod">
          <ac:chgData name="Tivin, Eli (Faculty)" userId="905c1f74-0578-45ae-9c4e-78395481d343" providerId="ADAL" clId="{58F6EEE8-6D17-4E8A-AA2B-8CB45EED2182}" dt="2024-10-10T11:27:14.921" v="28" actId="20577"/>
          <ac:spMkLst>
            <pc:docMk/>
            <pc:sldMk cId="2500111306" sldId="266"/>
            <ac:spMk id="2" creationId="{61AC2B7B-2521-4DC0-6890-F81DBD270DA3}"/>
          </ac:spMkLst>
        </pc:spChg>
        <pc:spChg chg="mod">
          <ac:chgData name="Tivin, Eli (Faculty)" userId="905c1f74-0578-45ae-9c4e-78395481d343" providerId="ADAL" clId="{58F6EEE8-6D17-4E8A-AA2B-8CB45EED2182}" dt="2024-10-10T11:29:18.299" v="286" actId="27636"/>
          <ac:spMkLst>
            <pc:docMk/>
            <pc:sldMk cId="2500111306" sldId="266"/>
            <ac:spMk id="3" creationId="{34C6F9E6-B6F4-A86C-BE46-AA25A4DF555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98FA7-AAF4-E844-4383-1A318C643C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9EC478F-DB55-0D38-E65F-5D92635F54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874149F-BBDF-5D47-85E5-72FA96C57FEE}"/>
              </a:ext>
            </a:extLst>
          </p:cNvPr>
          <p:cNvSpPr>
            <a:spLocks noGrp="1"/>
          </p:cNvSpPr>
          <p:nvPr>
            <p:ph type="dt" sz="half" idx="10"/>
          </p:nvPr>
        </p:nvSpPr>
        <p:spPr/>
        <p:txBody>
          <a:bodyPr/>
          <a:lstStyle/>
          <a:p>
            <a:fld id="{D8F9CBFD-0D81-40DE-8829-D84B6EEF800E}" type="datetimeFigureOut">
              <a:rPr lang="en-US" smtClean="0"/>
              <a:t>10/9/2024</a:t>
            </a:fld>
            <a:endParaRPr lang="en-US"/>
          </a:p>
        </p:txBody>
      </p:sp>
      <p:sp>
        <p:nvSpPr>
          <p:cNvPr id="5" name="Footer Placeholder 4">
            <a:extLst>
              <a:ext uri="{FF2B5EF4-FFF2-40B4-BE49-F238E27FC236}">
                <a16:creationId xmlns:a16="http://schemas.microsoft.com/office/drawing/2014/main" id="{98F47EF4-18B4-CB8F-F8B8-C8EC16E171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87B570-7F59-49C1-A1F2-ECB3110B2C49}"/>
              </a:ext>
            </a:extLst>
          </p:cNvPr>
          <p:cNvSpPr>
            <a:spLocks noGrp="1"/>
          </p:cNvSpPr>
          <p:nvPr>
            <p:ph type="sldNum" sz="quarter" idx="12"/>
          </p:nvPr>
        </p:nvSpPr>
        <p:spPr/>
        <p:txBody>
          <a:bodyPr/>
          <a:lstStyle/>
          <a:p>
            <a:fld id="{D847D8F1-3804-4392-84A4-636B7C59A57C}" type="slidenum">
              <a:rPr lang="en-US" smtClean="0"/>
              <a:t>‹#›</a:t>
            </a:fld>
            <a:endParaRPr lang="en-US"/>
          </a:p>
        </p:txBody>
      </p:sp>
    </p:spTree>
    <p:extLst>
      <p:ext uri="{BB962C8B-B14F-4D97-AF65-F5344CB8AC3E}">
        <p14:creationId xmlns:p14="http://schemas.microsoft.com/office/powerpoint/2010/main" val="3157415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B7E12-1465-0D95-979C-ADC831076B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9432E1-CE60-4381-E914-D22E78D52F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8639B4-87EA-B31A-0272-5681AA43E3AB}"/>
              </a:ext>
            </a:extLst>
          </p:cNvPr>
          <p:cNvSpPr>
            <a:spLocks noGrp="1"/>
          </p:cNvSpPr>
          <p:nvPr>
            <p:ph type="dt" sz="half" idx="10"/>
          </p:nvPr>
        </p:nvSpPr>
        <p:spPr/>
        <p:txBody>
          <a:bodyPr/>
          <a:lstStyle/>
          <a:p>
            <a:fld id="{D8F9CBFD-0D81-40DE-8829-D84B6EEF800E}" type="datetimeFigureOut">
              <a:rPr lang="en-US" smtClean="0"/>
              <a:t>10/9/2024</a:t>
            </a:fld>
            <a:endParaRPr lang="en-US"/>
          </a:p>
        </p:txBody>
      </p:sp>
      <p:sp>
        <p:nvSpPr>
          <p:cNvPr id="5" name="Footer Placeholder 4">
            <a:extLst>
              <a:ext uri="{FF2B5EF4-FFF2-40B4-BE49-F238E27FC236}">
                <a16:creationId xmlns:a16="http://schemas.microsoft.com/office/drawing/2014/main" id="{E63D4B0D-6678-F78B-D9BA-A4243C5CEF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B28A86-6AF0-E4E4-B5DD-B619B128A187}"/>
              </a:ext>
            </a:extLst>
          </p:cNvPr>
          <p:cNvSpPr>
            <a:spLocks noGrp="1"/>
          </p:cNvSpPr>
          <p:nvPr>
            <p:ph type="sldNum" sz="quarter" idx="12"/>
          </p:nvPr>
        </p:nvSpPr>
        <p:spPr/>
        <p:txBody>
          <a:bodyPr/>
          <a:lstStyle/>
          <a:p>
            <a:fld id="{D847D8F1-3804-4392-84A4-636B7C59A57C}" type="slidenum">
              <a:rPr lang="en-US" smtClean="0"/>
              <a:t>‹#›</a:t>
            </a:fld>
            <a:endParaRPr lang="en-US"/>
          </a:p>
        </p:txBody>
      </p:sp>
    </p:spTree>
    <p:extLst>
      <p:ext uri="{BB962C8B-B14F-4D97-AF65-F5344CB8AC3E}">
        <p14:creationId xmlns:p14="http://schemas.microsoft.com/office/powerpoint/2010/main" val="1640396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4012B-ED05-B10C-DAC4-D59CBB5E776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1FFF69-CBE7-C9A2-606A-74A3A783DFC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EA7C64-2FC3-9116-688C-F0E678292E5A}"/>
              </a:ext>
            </a:extLst>
          </p:cNvPr>
          <p:cNvSpPr>
            <a:spLocks noGrp="1"/>
          </p:cNvSpPr>
          <p:nvPr>
            <p:ph type="dt" sz="half" idx="10"/>
          </p:nvPr>
        </p:nvSpPr>
        <p:spPr/>
        <p:txBody>
          <a:bodyPr/>
          <a:lstStyle/>
          <a:p>
            <a:fld id="{D8F9CBFD-0D81-40DE-8829-D84B6EEF800E}" type="datetimeFigureOut">
              <a:rPr lang="en-US" smtClean="0"/>
              <a:t>10/9/2024</a:t>
            </a:fld>
            <a:endParaRPr lang="en-US"/>
          </a:p>
        </p:txBody>
      </p:sp>
      <p:sp>
        <p:nvSpPr>
          <p:cNvPr id="5" name="Footer Placeholder 4">
            <a:extLst>
              <a:ext uri="{FF2B5EF4-FFF2-40B4-BE49-F238E27FC236}">
                <a16:creationId xmlns:a16="http://schemas.microsoft.com/office/drawing/2014/main" id="{A6C191F3-6ED7-C190-EA75-7BBFB5ED6E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A59049-2A32-C694-1373-695B28F266EC}"/>
              </a:ext>
            </a:extLst>
          </p:cNvPr>
          <p:cNvSpPr>
            <a:spLocks noGrp="1"/>
          </p:cNvSpPr>
          <p:nvPr>
            <p:ph type="sldNum" sz="quarter" idx="12"/>
          </p:nvPr>
        </p:nvSpPr>
        <p:spPr/>
        <p:txBody>
          <a:bodyPr/>
          <a:lstStyle/>
          <a:p>
            <a:fld id="{D847D8F1-3804-4392-84A4-636B7C59A57C}" type="slidenum">
              <a:rPr lang="en-US" smtClean="0"/>
              <a:t>‹#›</a:t>
            </a:fld>
            <a:endParaRPr lang="en-US"/>
          </a:p>
        </p:txBody>
      </p:sp>
    </p:spTree>
    <p:extLst>
      <p:ext uri="{BB962C8B-B14F-4D97-AF65-F5344CB8AC3E}">
        <p14:creationId xmlns:p14="http://schemas.microsoft.com/office/powerpoint/2010/main" val="2650199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DA6D5-D063-54E6-B615-3069CC9E2C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E9EE96-59D5-7EBF-0902-07CF5B094C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A6F616-8264-97E6-599E-CC2E20ACE4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27D1214-E505-79C1-C0C5-1E272943B00B}"/>
              </a:ext>
            </a:extLst>
          </p:cNvPr>
          <p:cNvSpPr>
            <a:spLocks noGrp="1"/>
          </p:cNvSpPr>
          <p:nvPr>
            <p:ph type="dt" sz="half" idx="10"/>
          </p:nvPr>
        </p:nvSpPr>
        <p:spPr/>
        <p:txBody>
          <a:bodyPr/>
          <a:lstStyle/>
          <a:p>
            <a:fld id="{D8F9CBFD-0D81-40DE-8829-D84B6EEF800E}" type="datetimeFigureOut">
              <a:rPr lang="en-US" smtClean="0"/>
              <a:t>10/9/2024</a:t>
            </a:fld>
            <a:endParaRPr lang="en-US"/>
          </a:p>
        </p:txBody>
      </p:sp>
      <p:sp>
        <p:nvSpPr>
          <p:cNvPr id="6" name="Footer Placeholder 5">
            <a:extLst>
              <a:ext uri="{FF2B5EF4-FFF2-40B4-BE49-F238E27FC236}">
                <a16:creationId xmlns:a16="http://schemas.microsoft.com/office/drawing/2014/main" id="{2581F4EC-6B4E-DF5E-FC13-B9EEEB3FBB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632AE4-FA76-9E4B-A0C8-6E0A96DA51C6}"/>
              </a:ext>
            </a:extLst>
          </p:cNvPr>
          <p:cNvSpPr>
            <a:spLocks noGrp="1"/>
          </p:cNvSpPr>
          <p:nvPr>
            <p:ph type="sldNum" sz="quarter" idx="12"/>
          </p:nvPr>
        </p:nvSpPr>
        <p:spPr/>
        <p:txBody>
          <a:bodyPr/>
          <a:lstStyle/>
          <a:p>
            <a:fld id="{D847D8F1-3804-4392-84A4-636B7C59A57C}" type="slidenum">
              <a:rPr lang="en-US" smtClean="0"/>
              <a:t>‹#›</a:t>
            </a:fld>
            <a:endParaRPr lang="en-US"/>
          </a:p>
        </p:txBody>
      </p:sp>
    </p:spTree>
    <p:extLst>
      <p:ext uri="{BB962C8B-B14F-4D97-AF65-F5344CB8AC3E}">
        <p14:creationId xmlns:p14="http://schemas.microsoft.com/office/powerpoint/2010/main" val="3917004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4298D-BDCA-8116-389C-DD5FA82E18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A03B340-E016-BA20-F72F-B6621F0926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D9F90A-1F54-722D-683E-FBB34C1CC4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31B001-9EC3-BB87-3115-F460E158A7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B52E87-389C-3CAE-C8BD-BDF3026AAB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6A9B0EE-E83E-0A05-DD13-0CF5AF6557A6}"/>
              </a:ext>
            </a:extLst>
          </p:cNvPr>
          <p:cNvSpPr>
            <a:spLocks noGrp="1"/>
          </p:cNvSpPr>
          <p:nvPr>
            <p:ph type="dt" sz="half" idx="10"/>
          </p:nvPr>
        </p:nvSpPr>
        <p:spPr/>
        <p:txBody>
          <a:bodyPr/>
          <a:lstStyle/>
          <a:p>
            <a:fld id="{D8F9CBFD-0D81-40DE-8829-D84B6EEF800E}" type="datetimeFigureOut">
              <a:rPr lang="en-US" smtClean="0"/>
              <a:t>10/9/2024</a:t>
            </a:fld>
            <a:endParaRPr lang="en-US"/>
          </a:p>
        </p:txBody>
      </p:sp>
      <p:sp>
        <p:nvSpPr>
          <p:cNvPr id="8" name="Footer Placeholder 7">
            <a:extLst>
              <a:ext uri="{FF2B5EF4-FFF2-40B4-BE49-F238E27FC236}">
                <a16:creationId xmlns:a16="http://schemas.microsoft.com/office/drawing/2014/main" id="{0FDD9C56-3B5C-42EA-0037-4FFB740F80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378052-ED83-902F-F75C-17AE4171F9D0}"/>
              </a:ext>
            </a:extLst>
          </p:cNvPr>
          <p:cNvSpPr>
            <a:spLocks noGrp="1"/>
          </p:cNvSpPr>
          <p:nvPr>
            <p:ph type="sldNum" sz="quarter" idx="12"/>
          </p:nvPr>
        </p:nvSpPr>
        <p:spPr/>
        <p:txBody>
          <a:bodyPr/>
          <a:lstStyle/>
          <a:p>
            <a:fld id="{D847D8F1-3804-4392-84A4-636B7C59A57C}" type="slidenum">
              <a:rPr lang="en-US" smtClean="0"/>
              <a:t>‹#›</a:t>
            </a:fld>
            <a:endParaRPr lang="en-US"/>
          </a:p>
        </p:txBody>
      </p:sp>
    </p:spTree>
    <p:extLst>
      <p:ext uri="{BB962C8B-B14F-4D97-AF65-F5344CB8AC3E}">
        <p14:creationId xmlns:p14="http://schemas.microsoft.com/office/powerpoint/2010/main" val="1184187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B2D3B-234B-BC07-5205-B5C6C9DF61D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CD03610-3BBC-C832-3AA8-393BA1BA6F93}"/>
              </a:ext>
            </a:extLst>
          </p:cNvPr>
          <p:cNvSpPr>
            <a:spLocks noGrp="1"/>
          </p:cNvSpPr>
          <p:nvPr>
            <p:ph type="dt" sz="half" idx="10"/>
          </p:nvPr>
        </p:nvSpPr>
        <p:spPr/>
        <p:txBody>
          <a:bodyPr/>
          <a:lstStyle/>
          <a:p>
            <a:fld id="{D8F9CBFD-0D81-40DE-8829-D84B6EEF800E}" type="datetimeFigureOut">
              <a:rPr lang="en-US" smtClean="0"/>
              <a:t>10/9/2024</a:t>
            </a:fld>
            <a:endParaRPr lang="en-US"/>
          </a:p>
        </p:txBody>
      </p:sp>
      <p:sp>
        <p:nvSpPr>
          <p:cNvPr id="4" name="Footer Placeholder 3">
            <a:extLst>
              <a:ext uri="{FF2B5EF4-FFF2-40B4-BE49-F238E27FC236}">
                <a16:creationId xmlns:a16="http://schemas.microsoft.com/office/drawing/2014/main" id="{0D026DA7-186F-06A1-CDCE-F87029CC0A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F05749-0FC2-B2FF-F1AF-B6A45E3654A4}"/>
              </a:ext>
            </a:extLst>
          </p:cNvPr>
          <p:cNvSpPr>
            <a:spLocks noGrp="1"/>
          </p:cNvSpPr>
          <p:nvPr>
            <p:ph type="sldNum" sz="quarter" idx="12"/>
          </p:nvPr>
        </p:nvSpPr>
        <p:spPr/>
        <p:txBody>
          <a:bodyPr/>
          <a:lstStyle/>
          <a:p>
            <a:fld id="{D847D8F1-3804-4392-84A4-636B7C59A57C}" type="slidenum">
              <a:rPr lang="en-US" smtClean="0"/>
              <a:t>‹#›</a:t>
            </a:fld>
            <a:endParaRPr lang="en-US"/>
          </a:p>
        </p:txBody>
      </p:sp>
    </p:spTree>
    <p:extLst>
      <p:ext uri="{BB962C8B-B14F-4D97-AF65-F5344CB8AC3E}">
        <p14:creationId xmlns:p14="http://schemas.microsoft.com/office/powerpoint/2010/main" val="4227562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8FB56F-91D1-47A7-4199-ED237D7D3269}"/>
              </a:ext>
            </a:extLst>
          </p:cNvPr>
          <p:cNvSpPr>
            <a:spLocks noGrp="1"/>
          </p:cNvSpPr>
          <p:nvPr>
            <p:ph type="dt" sz="half" idx="10"/>
          </p:nvPr>
        </p:nvSpPr>
        <p:spPr/>
        <p:txBody>
          <a:bodyPr/>
          <a:lstStyle/>
          <a:p>
            <a:fld id="{D8F9CBFD-0D81-40DE-8829-D84B6EEF800E}" type="datetimeFigureOut">
              <a:rPr lang="en-US" smtClean="0"/>
              <a:t>10/9/2024</a:t>
            </a:fld>
            <a:endParaRPr lang="en-US"/>
          </a:p>
        </p:txBody>
      </p:sp>
      <p:sp>
        <p:nvSpPr>
          <p:cNvPr id="3" name="Footer Placeholder 2">
            <a:extLst>
              <a:ext uri="{FF2B5EF4-FFF2-40B4-BE49-F238E27FC236}">
                <a16:creationId xmlns:a16="http://schemas.microsoft.com/office/drawing/2014/main" id="{E729F7EA-7B4E-7D49-C2C5-CE638C3827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75FA179-5431-EBAC-2823-E740AF9758AA}"/>
              </a:ext>
            </a:extLst>
          </p:cNvPr>
          <p:cNvSpPr>
            <a:spLocks noGrp="1"/>
          </p:cNvSpPr>
          <p:nvPr>
            <p:ph type="sldNum" sz="quarter" idx="12"/>
          </p:nvPr>
        </p:nvSpPr>
        <p:spPr/>
        <p:txBody>
          <a:bodyPr/>
          <a:lstStyle/>
          <a:p>
            <a:fld id="{D847D8F1-3804-4392-84A4-636B7C59A57C}" type="slidenum">
              <a:rPr lang="en-US" smtClean="0"/>
              <a:t>‹#›</a:t>
            </a:fld>
            <a:endParaRPr lang="en-US"/>
          </a:p>
        </p:txBody>
      </p:sp>
    </p:spTree>
    <p:extLst>
      <p:ext uri="{BB962C8B-B14F-4D97-AF65-F5344CB8AC3E}">
        <p14:creationId xmlns:p14="http://schemas.microsoft.com/office/powerpoint/2010/main" val="2795292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10518-16A5-E0D4-10DD-D684F33BF3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F6E66EE-27FD-7F48-F517-ABEB1F0F5B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A90E13-5249-6918-4FAE-AE164C27CC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C621D3-B253-6F44-ECFC-02F3189F82F0}"/>
              </a:ext>
            </a:extLst>
          </p:cNvPr>
          <p:cNvSpPr>
            <a:spLocks noGrp="1"/>
          </p:cNvSpPr>
          <p:nvPr>
            <p:ph type="dt" sz="half" idx="10"/>
          </p:nvPr>
        </p:nvSpPr>
        <p:spPr/>
        <p:txBody>
          <a:bodyPr/>
          <a:lstStyle/>
          <a:p>
            <a:fld id="{D8F9CBFD-0D81-40DE-8829-D84B6EEF800E}" type="datetimeFigureOut">
              <a:rPr lang="en-US" smtClean="0"/>
              <a:t>10/9/2024</a:t>
            </a:fld>
            <a:endParaRPr lang="en-US"/>
          </a:p>
        </p:txBody>
      </p:sp>
      <p:sp>
        <p:nvSpPr>
          <p:cNvPr id="6" name="Footer Placeholder 5">
            <a:extLst>
              <a:ext uri="{FF2B5EF4-FFF2-40B4-BE49-F238E27FC236}">
                <a16:creationId xmlns:a16="http://schemas.microsoft.com/office/drawing/2014/main" id="{C4EE9DBE-6487-E9B1-ABFB-035E07FB8D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51697A-8563-A01D-ABE3-3743DEAA2E8D}"/>
              </a:ext>
            </a:extLst>
          </p:cNvPr>
          <p:cNvSpPr>
            <a:spLocks noGrp="1"/>
          </p:cNvSpPr>
          <p:nvPr>
            <p:ph type="sldNum" sz="quarter" idx="12"/>
          </p:nvPr>
        </p:nvSpPr>
        <p:spPr/>
        <p:txBody>
          <a:bodyPr/>
          <a:lstStyle/>
          <a:p>
            <a:fld id="{D847D8F1-3804-4392-84A4-636B7C59A57C}" type="slidenum">
              <a:rPr lang="en-US" smtClean="0"/>
              <a:t>‹#›</a:t>
            </a:fld>
            <a:endParaRPr lang="en-US"/>
          </a:p>
        </p:txBody>
      </p:sp>
    </p:spTree>
    <p:extLst>
      <p:ext uri="{BB962C8B-B14F-4D97-AF65-F5344CB8AC3E}">
        <p14:creationId xmlns:p14="http://schemas.microsoft.com/office/powerpoint/2010/main" val="4041371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121BE-C116-F5E5-2D31-7C7471786F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BBA4101-3792-43FA-094A-BE4E536FA9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20DA58E-163A-0472-179F-F8DAB34A3E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7C0089-977D-6465-54AE-3B173AB7567F}"/>
              </a:ext>
            </a:extLst>
          </p:cNvPr>
          <p:cNvSpPr>
            <a:spLocks noGrp="1"/>
          </p:cNvSpPr>
          <p:nvPr>
            <p:ph type="dt" sz="half" idx="10"/>
          </p:nvPr>
        </p:nvSpPr>
        <p:spPr/>
        <p:txBody>
          <a:bodyPr/>
          <a:lstStyle/>
          <a:p>
            <a:fld id="{D8F9CBFD-0D81-40DE-8829-D84B6EEF800E}" type="datetimeFigureOut">
              <a:rPr lang="en-US" smtClean="0"/>
              <a:t>10/9/2024</a:t>
            </a:fld>
            <a:endParaRPr lang="en-US"/>
          </a:p>
        </p:txBody>
      </p:sp>
      <p:sp>
        <p:nvSpPr>
          <p:cNvPr id="6" name="Footer Placeholder 5">
            <a:extLst>
              <a:ext uri="{FF2B5EF4-FFF2-40B4-BE49-F238E27FC236}">
                <a16:creationId xmlns:a16="http://schemas.microsoft.com/office/drawing/2014/main" id="{964118F2-B63D-41A4-AC4E-9D4B4B885A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84119F-7E11-F6CE-6112-D5A2740C6CB3}"/>
              </a:ext>
            </a:extLst>
          </p:cNvPr>
          <p:cNvSpPr>
            <a:spLocks noGrp="1"/>
          </p:cNvSpPr>
          <p:nvPr>
            <p:ph type="sldNum" sz="quarter" idx="12"/>
          </p:nvPr>
        </p:nvSpPr>
        <p:spPr/>
        <p:txBody>
          <a:bodyPr/>
          <a:lstStyle/>
          <a:p>
            <a:fld id="{D847D8F1-3804-4392-84A4-636B7C59A57C}" type="slidenum">
              <a:rPr lang="en-US" smtClean="0"/>
              <a:t>‹#›</a:t>
            </a:fld>
            <a:endParaRPr lang="en-US"/>
          </a:p>
        </p:txBody>
      </p:sp>
    </p:spTree>
    <p:extLst>
      <p:ext uri="{BB962C8B-B14F-4D97-AF65-F5344CB8AC3E}">
        <p14:creationId xmlns:p14="http://schemas.microsoft.com/office/powerpoint/2010/main" val="163547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2C5B7-90AB-B3D9-F1ED-409729F8BDA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852816E-9AA6-9D28-D362-EA916A512D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BB1CE1-545E-9452-4A71-CD88C657504D}"/>
              </a:ext>
            </a:extLst>
          </p:cNvPr>
          <p:cNvSpPr>
            <a:spLocks noGrp="1"/>
          </p:cNvSpPr>
          <p:nvPr>
            <p:ph type="dt" sz="half" idx="10"/>
          </p:nvPr>
        </p:nvSpPr>
        <p:spPr/>
        <p:txBody>
          <a:bodyPr/>
          <a:lstStyle/>
          <a:p>
            <a:fld id="{D8F9CBFD-0D81-40DE-8829-D84B6EEF800E}" type="datetimeFigureOut">
              <a:rPr lang="en-US" smtClean="0"/>
              <a:t>10/9/2024</a:t>
            </a:fld>
            <a:endParaRPr lang="en-US"/>
          </a:p>
        </p:txBody>
      </p:sp>
      <p:sp>
        <p:nvSpPr>
          <p:cNvPr id="5" name="Footer Placeholder 4">
            <a:extLst>
              <a:ext uri="{FF2B5EF4-FFF2-40B4-BE49-F238E27FC236}">
                <a16:creationId xmlns:a16="http://schemas.microsoft.com/office/drawing/2014/main" id="{E7365696-F8D0-2996-7EBC-0FF4D72258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C27799-B6ED-2E25-F785-697E88EB2121}"/>
              </a:ext>
            </a:extLst>
          </p:cNvPr>
          <p:cNvSpPr>
            <a:spLocks noGrp="1"/>
          </p:cNvSpPr>
          <p:nvPr>
            <p:ph type="sldNum" sz="quarter" idx="12"/>
          </p:nvPr>
        </p:nvSpPr>
        <p:spPr/>
        <p:txBody>
          <a:bodyPr/>
          <a:lstStyle/>
          <a:p>
            <a:fld id="{D847D8F1-3804-4392-84A4-636B7C59A57C}" type="slidenum">
              <a:rPr lang="en-US" smtClean="0"/>
              <a:t>‹#›</a:t>
            </a:fld>
            <a:endParaRPr lang="en-US"/>
          </a:p>
        </p:txBody>
      </p:sp>
    </p:spTree>
    <p:extLst>
      <p:ext uri="{BB962C8B-B14F-4D97-AF65-F5344CB8AC3E}">
        <p14:creationId xmlns:p14="http://schemas.microsoft.com/office/powerpoint/2010/main" val="671450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1C11DF-903C-D52A-EB04-7D25B02597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C3442B-64A0-9B7E-03AA-BC2E227D5C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FD9F36-212F-8C87-8C68-8D78730F80A8}"/>
              </a:ext>
            </a:extLst>
          </p:cNvPr>
          <p:cNvSpPr>
            <a:spLocks noGrp="1"/>
          </p:cNvSpPr>
          <p:nvPr>
            <p:ph type="dt" sz="half" idx="10"/>
          </p:nvPr>
        </p:nvSpPr>
        <p:spPr/>
        <p:txBody>
          <a:bodyPr/>
          <a:lstStyle/>
          <a:p>
            <a:fld id="{D8F9CBFD-0D81-40DE-8829-D84B6EEF800E}" type="datetimeFigureOut">
              <a:rPr lang="en-US" smtClean="0"/>
              <a:t>10/9/2024</a:t>
            </a:fld>
            <a:endParaRPr lang="en-US"/>
          </a:p>
        </p:txBody>
      </p:sp>
      <p:sp>
        <p:nvSpPr>
          <p:cNvPr id="5" name="Footer Placeholder 4">
            <a:extLst>
              <a:ext uri="{FF2B5EF4-FFF2-40B4-BE49-F238E27FC236}">
                <a16:creationId xmlns:a16="http://schemas.microsoft.com/office/drawing/2014/main" id="{1126255B-EBDA-702D-7AE7-95CFDBAB9E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CFB348-3ADC-4655-84DE-457BF26DA8BE}"/>
              </a:ext>
            </a:extLst>
          </p:cNvPr>
          <p:cNvSpPr>
            <a:spLocks noGrp="1"/>
          </p:cNvSpPr>
          <p:nvPr>
            <p:ph type="sldNum" sz="quarter" idx="12"/>
          </p:nvPr>
        </p:nvSpPr>
        <p:spPr/>
        <p:txBody>
          <a:bodyPr/>
          <a:lstStyle/>
          <a:p>
            <a:fld id="{D847D8F1-3804-4392-84A4-636B7C59A57C}" type="slidenum">
              <a:rPr lang="en-US" smtClean="0"/>
              <a:t>‹#›</a:t>
            </a:fld>
            <a:endParaRPr lang="en-US"/>
          </a:p>
        </p:txBody>
      </p:sp>
    </p:spTree>
    <p:extLst>
      <p:ext uri="{BB962C8B-B14F-4D97-AF65-F5344CB8AC3E}">
        <p14:creationId xmlns:p14="http://schemas.microsoft.com/office/powerpoint/2010/main" val="4063179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9EE594-48B3-C234-A784-CE1E686D8A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7483C44-A9E9-74DF-6996-B7FCBD47D5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424CDC-DDBD-00A9-6594-7564F00600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8F9CBFD-0D81-40DE-8829-D84B6EEF800E}" type="datetimeFigureOut">
              <a:rPr lang="en-US" smtClean="0"/>
              <a:t>10/9/2024</a:t>
            </a:fld>
            <a:endParaRPr lang="en-US"/>
          </a:p>
        </p:txBody>
      </p:sp>
      <p:sp>
        <p:nvSpPr>
          <p:cNvPr id="5" name="Footer Placeholder 4">
            <a:extLst>
              <a:ext uri="{FF2B5EF4-FFF2-40B4-BE49-F238E27FC236}">
                <a16:creationId xmlns:a16="http://schemas.microsoft.com/office/drawing/2014/main" id="{7221B577-286A-7EA9-1452-3966552168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61CB242-7128-4FBB-0A6E-79EE18D002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847D8F1-3804-4392-84A4-636B7C59A57C}" type="slidenum">
              <a:rPr lang="en-US" smtClean="0"/>
              <a:t>‹#›</a:t>
            </a:fld>
            <a:endParaRPr lang="en-US"/>
          </a:p>
        </p:txBody>
      </p:sp>
    </p:spTree>
    <p:extLst>
      <p:ext uri="{BB962C8B-B14F-4D97-AF65-F5344CB8AC3E}">
        <p14:creationId xmlns:p14="http://schemas.microsoft.com/office/powerpoint/2010/main" val="19142865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C2B7B-2521-4DC0-6890-F81DBD270DA3}"/>
              </a:ext>
            </a:extLst>
          </p:cNvPr>
          <p:cNvSpPr>
            <a:spLocks noGrp="1"/>
          </p:cNvSpPr>
          <p:nvPr>
            <p:ph type="title"/>
          </p:nvPr>
        </p:nvSpPr>
        <p:spPr/>
        <p:txBody>
          <a:bodyPr/>
          <a:lstStyle/>
          <a:p>
            <a:r>
              <a:rPr lang="en-US" dirty="0"/>
              <a:t>MOVING UP IN THE WORLD</a:t>
            </a:r>
          </a:p>
        </p:txBody>
      </p:sp>
      <p:sp>
        <p:nvSpPr>
          <p:cNvPr id="3" name="Content Placeholder 2">
            <a:extLst>
              <a:ext uri="{FF2B5EF4-FFF2-40B4-BE49-F238E27FC236}">
                <a16:creationId xmlns:a16="http://schemas.microsoft.com/office/drawing/2014/main" id="{34C6F9E6-B6F4-A86C-BE46-AA25A4DF555C}"/>
              </a:ext>
            </a:extLst>
          </p:cNvPr>
          <p:cNvSpPr>
            <a:spLocks noGrp="1"/>
          </p:cNvSpPr>
          <p:nvPr>
            <p:ph idx="1"/>
          </p:nvPr>
        </p:nvSpPr>
        <p:spPr>
          <a:xfrm>
            <a:off x="501706" y="1343278"/>
            <a:ext cx="10852094" cy="4833685"/>
          </a:xfrm>
        </p:spPr>
        <p:txBody>
          <a:bodyPr>
            <a:normAutofit fontScale="92500" lnSpcReduction="20000"/>
          </a:bodyPr>
          <a:lstStyle/>
          <a:p>
            <a:r>
              <a:rPr lang="en-US" dirty="0"/>
              <a:t>1200-1450 -&gt; 1450-1750</a:t>
            </a:r>
          </a:p>
          <a:p>
            <a:endParaRPr lang="en-US" dirty="0"/>
          </a:p>
          <a:p>
            <a:r>
              <a:rPr lang="en-US" dirty="0"/>
              <a:t>What’s happening?</a:t>
            </a:r>
          </a:p>
          <a:p>
            <a:endParaRPr lang="en-US" dirty="0"/>
          </a:p>
          <a:p>
            <a:r>
              <a:rPr lang="en-US" dirty="0"/>
              <a:t>New countries nations and empires are coming up both on land and maritime</a:t>
            </a:r>
          </a:p>
          <a:p>
            <a:pPr lvl="1"/>
            <a:r>
              <a:rPr lang="en-US" dirty="0"/>
              <a:t>This demarcation is where they get most of their wealth</a:t>
            </a:r>
          </a:p>
          <a:p>
            <a:pPr lvl="1"/>
            <a:endParaRPr lang="en-US" dirty="0"/>
          </a:p>
          <a:p>
            <a:r>
              <a:rPr lang="en-US" b="0" i="0" dirty="0">
                <a:solidFill>
                  <a:srgbClr val="131314"/>
                </a:solidFill>
                <a:effectLst/>
                <a:latin typeface="Google Sans Text"/>
              </a:rPr>
              <a:t>The early modern period was a time of significant change and upheaval as land-based empires rose to prominence, consolidated their power, and implemented diverse methods to legitimize their rule. Competition between these empires, internal conflicts, and the eventual rise of maritime empires would reshape the political landscape of the world in the centuries to come.</a:t>
            </a:r>
            <a:endParaRPr lang="en-US" dirty="0"/>
          </a:p>
        </p:txBody>
      </p:sp>
    </p:spTree>
    <p:extLst>
      <p:ext uri="{BB962C8B-B14F-4D97-AF65-F5344CB8AC3E}">
        <p14:creationId xmlns:p14="http://schemas.microsoft.com/office/powerpoint/2010/main" val="2500111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40B38-CE2A-4A89-7E51-0A4C7F7CD6DC}"/>
              </a:ext>
            </a:extLst>
          </p:cNvPr>
          <p:cNvSpPr>
            <a:spLocks noGrp="1"/>
          </p:cNvSpPr>
          <p:nvPr>
            <p:ph type="ctrTitle"/>
          </p:nvPr>
        </p:nvSpPr>
        <p:spPr/>
        <p:txBody>
          <a:bodyPr/>
          <a:lstStyle/>
          <a:p>
            <a:r>
              <a:rPr lang="en-US" dirty="0"/>
              <a:t>Look up a map of the United States of America</a:t>
            </a:r>
          </a:p>
        </p:txBody>
      </p:sp>
      <p:sp>
        <p:nvSpPr>
          <p:cNvPr id="3" name="Subtitle 2">
            <a:extLst>
              <a:ext uri="{FF2B5EF4-FFF2-40B4-BE49-F238E27FC236}">
                <a16:creationId xmlns:a16="http://schemas.microsoft.com/office/drawing/2014/main" id="{93AE2983-8964-A487-65EF-47DD5208B59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76907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91A03-CEAD-9D8D-AB61-AD9B2272AC41}"/>
              </a:ext>
            </a:extLst>
          </p:cNvPr>
          <p:cNvSpPr>
            <a:spLocks noGrp="1"/>
          </p:cNvSpPr>
          <p:nvPr>
            <p:ph type="title"/>
          </p:nvPr>
        </p:nvSpPr>
        <p:spPr/>
        <p:txBody>
          <a:bodyPr/>
          <a:lstStyle/>
          <a:p>
            <a:r>
              <a:rPr lang="en-US" dirty="0"/>
              <a:t>What about the territories?</a:t>
            </a:r>
          </a:p>
        </p:txBody>
      </p:sp>
      <p:sp>
        <p:nvSpPr>
          <p:cNvPr id="3" name="Content Placeholder 2">
            <a:extLst>
              <a:ext uri="{FF2B5EF4-FFF2-40B4-BE49-F238E27FC236}">
                <a16:creationId xmlns:a16="http://schemas.microsoft.com/office/drawing/2014/main" id="{D4A5AAB3-D402-B11B-C6AA-1AA72690FD5F}"/>
              </a:ext>
            </a:extLst>
          </p:cNvPr>
          <p:cNvSpPr>
            <a:spLocks noGrp="1"/>
          </p:cNvSpPr>
          <p:nvPr>
            <p:ph idx="1"/>
          </p:nvPr>
        </p:nvSpPr>
        <p:spPr/>
        <p:txBody>
          <a:bodyPr/>
          <a:lstStyle/>
          <a:p>
            <a:r>
              <a:rPr lang="en-US" dirty="0"/>
              <a:t>Who does the United States own and have follow the Constitution?</a:t>
            </a:r>
          </a:p>
          <a:p>
            <a:r>
              <a:rPr lang="en-US" dirty="0"/>
              <a:t>Puerto Rico, Guam, U.S. Virgin Islands, American Samoa, Northern Mariana Islands, Wake Island, Midway Atoll, Johnston Atoll</a:t>
            </a:r>
          </a:p>
          <a:p>
            <a:endParaRPr lang="en-US" dirty="0"/>
          </a:p>
          <a:p>
            <a:r>
              <a:rPr lang="en-US" dirty="0"/>
              <a:t>Why did we not include these? </a:t>
            </a:r>
          </a:p>
          <a:p>
            <a:r>
              <a:rPr lang="en-US" dirty="0"/>
              <a:t>What is an empire?</a:t>
            </a:r>
          </a:p>
        </p:txBody>
      </p:sp>
    </p:spTree>
    <p:extLst>
      <p:ext uri="{BB962C8B-B14F-4D97-AF65-F5344CB8AC3E}">
        <p14:creationId xmlns:p14="http://schemas.microsoft.com/office/powerpoint/2010/main" val="2582995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294C0-9278-D212-C0FD-FFA7054632BC}"/>
              </a:ext>
            </a:extLst>
          </p:cNvPr>
          <p:cNvSpPr>
            <a:spLocks noGrp="1"/>
          </p:cNvSpPr>
          <p:nvPr>
            <p:ph type="title"/>
          </p:nvPr>
        </p:nvSpPr>
        <p:spPr/>
        <p:txBody>
          <a:bodyPr/>
          <a:lstStyle/>
          <a:p>
            <a:r>
              <a:rPr lang="en-US" dirty="0"/>
              <a:t>Empire definition</a:t>
            </a:r>
          </a:p>
        </p:txBody>
      </p:sp>
      <p:sp>
        <p:nvSpPr>
          <p:cNvPr id="3" name="Content Placeholder 2">
            <a:extLst>
              <a:ext uri="{FF2B5EF4-FFF2-40B4-BE49-F238E27FC236}">
                <a16:creationId xmlns:a16="http://schemas.microsoft.com/office/drawing/2014/main" id="{1E4614B2-4F12-E2E3-7C05-44B5AB819648}"/>
              </a:ext>
            </a:extLst>
          </p:cNvPr>
          <p:cNvSpPr>
            <a:spLocks noGrp="1"/>
          </p:cNvSpPr>
          <p:nvPr>
            <p:ph idx="1"/>
          </p:nvPr>
        </p:nvSpPr>
        <p:spPr/>
        <p:txBody>
          <a:bodyPr/>
          <a:lstStyle/>
          <a:p>
            <a:r>
              <a:rPr lang="en-US" dirty="0"/>
              <a:t>Do we have empires anymore?</a:t>
            </a:r>
          </a:p>
          <a:p>
            <a:r>
              <a:rPr lang="en-US" dirty="0"/>
              <a:t>Where did they go?</a:t>
            </a:r>
          </a:p>
          <a:p>
            <a:r>
              <a:rPr lang="en-US" dirty="0"/>
              <a:t>What has replaced empires? The actual government or just a label?</a:t>
            </a:r>
          </a:p>
          <a:p>
            <a:r>
              <a:rPr lang="en-US" dirty="0"/>
              <a:t>Empire or nation or superpower or dynasty??</a:t>
            </a:r>
          </a:p>
          <a:p>
            <a:endParaRPr lang="en-US" dirty="0"/>
          </a:p>
          <a:p>
            <a:r>
              <a:rPr lang="en-US" dirty="0"/>
              <a:t>Sort the following into nation, superpower, or empire</a:t>
            </a:r>
          </a:p>
        </p:txBody>
      </p:sp>
    </p:spTree>
    <p:extLst>
      <p:ext uri="{BB962C8B-B14F-4D97-AF65-F5344CB8AC3E}">
        <p14:creationId xmlns:p14="http://schemas.microsoft.com/office/powerpoint/2010/main" val="1764970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6" name="Rectangle 2065">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8" name="Rectangle 2067">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0" name="Rectangle 2069">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2" name="Rectangle 2071">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descr="Maps of Russia | Detailed map of Russia with cities and regions | Map ...">
            <a:extLst>
              <a:ext uri="{FF2B5EF4-FFF2-40B4-BE49-F238E27FC236}">
                <a16:creationId xmlns:a16="http://schemas.microsoft.com/office/drawing/2014/main" id="{7D08ADDE-98FE-3227-ED8F-EE36DD9FA0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3970" b="1367"/>
          <a:stretch/>
        </p:blipFill>
        <p:spPr bwMode="auto">
          <a:xfrm>
            <a:off x="751000" y="290516"/>
            <a:ext cx="10577400" cy="5574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9283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List of Countries in European Union – Countryaah.com">
            <a:extLst>
              <a:ext uri="{FF2B5EF4-FFF2-40B4-BE49-F238E27FC236}">
                <a16:creationId xmlns:a16="http://schemas.microsoft.com/office/drawing/2014/main" id="{8D27C487-4719-C50A-B4F3-6404C6B59A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0"/>
            <a:ext cx="8890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6658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Four Khanates of the Mongol Empire (Illustration) - World History ...">
            <a:extLst>
              <a:ext uri="{FF2B5EF4-FFF2-40B4-BE49-F238E27FC236}">
                <a16:creationId xmlns:a16="http://schemas.microsoft.com/office/drawing/2014/main" id="{BCD13787-5DFA-F2CC-123F-CFE9A44A96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038" y="0"/>
            <a:ext cx="118443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6395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ap of China - Guide of the World">
            <a:extLst>
              <a:ext uri="{FF2B5EF4-FFF2-40B4-BE49-F238E27FC236}">
                <a16:creationId xmlns:a16="http://schemas.microsoft.com/office/drawing/2014/main" id="{71A960D5-4CE1-4B8D-52D4-B928DE5495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3400" y="0"/>
            <a:ext cx="858361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05588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All Us Territories Map - Winna Kamillah">
            <a:extLst>
              <a:ext uri="{FF2B5EF4-FFF2-40B4-BE49-F238E27FC236}">
                <a16:creationId xmlns:a16="http://schemas.microsoft.com/office/drawing/2014/main" id="{F60CC833-7F44-7B3C-FC54-6B95E3D090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5037" y="0"/>
            <a:ext cx="7781925" cy="6677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2031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B8762-1AD5-7529-40F2-D567F3921E14}"/>
              </a:ext>
            </a:extLst>
          </p:cNvPr>
          <p:cNvSpPr>
            <a:spLocks noGrp="1"/>
          </p:cNvSpPr>
          <p:nvPr>
            <p:ph type="title"/>
          </p:nvPr>
        </p:nvSpPr>
        <p:spPr/>
        <p:txBody>
          <a:bodyPr/>
          <a:lstStyle/>
          <a:p>
            <a:r>
              <a:rPr lang="en-US" dirty="0"/>
              <a:t>Empires and land how connected?</a:t>
            </a:r>
          </a:p>
        </p:txBody>
      </p:sp>
      <p:sp>
        <p:nvSpPr>
          <p:cNvPr id="3" name="Content Placeholder 2">
            <a:extLst>
              <a:ext uri="{FF2B5EF4-FFF2-40B4-BE49-F238E27FC236}">
                <a16:creationId xmlns:a16="http://schemas.microsoft.com/office/drawing/2014/main" id="{41A28D68-3B86-BD08-C87A-B1A505E3DBA1}"/>
              </a:ext>
            </a:extLst>
          </p:cNvPr>
          <p:cNvSpPr>
            <a:spLocks noGrp="1"/>
          </p:cNvSpPr>
          <p:nvPr>
            <p:ph idx="1"/>
          </p:nvPr>
        </p:nvSpPr>
        <p:spPr/>
        <p:txBody>
          <a:bodyPr/>
          <a:lstStyle/>
          <a:p>
            <a:r>
              <a:rPr lang="en-US" dirty="0"/>
              <a:t>how does someone get land? </a:t>
            </a:r>
          </a:p>
          <a:p>
            <a:r>
              <a:rPr lang="en-US" dirty="0"/>
              <a:t>What is the most just way to do that?</a:t>
            </a:r>
          </a:p>
          <a:p>
            <a:r>
              <a:rPr lang="en-US" dirty="0"/>
              <a:t>Who do we need to consider?</a:t>
            </a:r>
          </a:p>
          <a:p>
            <a:endParaRPr lang="en-US" dirty="0"/>
          </a:p>
          <a:p>
            <a:r>
              <a:rPr lang="en-US" dirty="0"/>
              <a:t>What is the most just way to expand your empire?</a:t>
            </a:r>
          </a:p>
          <a:p>
            <a:pPr lvl="1"/>
            <a:r>
              <a:rPr lang="en-US" dirty="0"/>
              <a:t>KILL EVERYONE?</a:t>
            </a:r>
          </a:p>
          <a:p>
            <a:pPr lvl="1"/>
            <a:r>
              <a:rPr lang="en-US" dirty="0"/>
              <a:t>INCORPORATE EVERYONE?</a:t>
            </a:r>
          </a:p>
          <a:p>
            <a:pPr lvl="1"/>
            <a:r>
              <a:rPr lang="en-US" dirty="0"/>
              <a:t>DECIDE? ONLY EXPAND WHERE THEY WANT YOU? GO WHERE NO PEOPLE ARE?</a:t>
            </a:r>
          </a:p>
        </p:txBody>
      </p:sp>
    </p:spTree>
    <p:extLst>
      <p:ext uri="{BB962C8B-B14F-4D97-AF65-F5344CB8AC3E}">
        <p14:creationId xmlns:p14="http://schemas.microsoft.com/office/powerpoint/2010/main" val="4249244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ED98D-3511-7683-9189-E00F71A0B7F5}"/>
              </a:ext>
            </a:extLst>
          </p:cNvPr>
          <p:cNvSpPr>
            <a:spLocks noGrp="1"/>
          </p:cNvSpPr>
          <p:nvPr>
            <p:ph type="title"/>
          </p:nvPr>
        </p:nvSpPr>
        <p:spPr/>
        <p:txBody>
          <a:bodyPr/>
          <a:lstStyle/>
          <a:p>
            <a:r>
              <a:rPr lang="en-US" dirty="0"/>
              <a:t>Investigate an Empire</a:t>
            </a:r>
          </a:p>
        </p:txBody>
      </p:sp>
      <p:sp>
        <p:nvSpPr>
          <p:cNvPr id="3" name="Content Placeholder 2">
            <a:extLst>
              <a:ext uri="{FF2B5EF4-FFF2-40B4-BE49-F238E27FC236}">
                <a16:creationId xmlns:a16="http://schemas.microsoft.com/office/drawing/2014/main" id="{2EB2A181-6685-9B80-4FE9-59AD261A34EE}"/>
              </a:ext>
            </a:extLst>
          </p:cNvPr>
          <p:cNvSpPr>
            <a:spLocks noGrp="1"/>
          </p:cNvSpPr>
          <p:nvPr>
            <p:ph idx="1"/>
          </p:nvPr>
        </p:nvSpPr>
        <p:spPr>
          <a:xfrm>
            <a:off x="838200" y="1421587"/>
            <a:ext cx="10515600" cy="4667250"/>
          </a:xfrm>
        </p:spPr>
        <p:txBody>
          <a:bodyPr>
            <a:normAutofit/>
          </a:bodyPr>
          <a:lstStyle/>
          <a:p>
            <a:r>
              <a:rPr lang="en-US" sz="3200" dirty="0"/>
              <a:t>Make a presentation with your group on your empire highlighting the following</a:t>
            </a:r>
          </a:p>
          <a:p>
            <a:pPr lvl="1"/>
            <a:r>
              <a:rPr lang="en-US" sz="2800" dirty="0"/>
              <a:t>Why are they an empire</a:t>
            </a:r>
          </a:p>
          <a:p>
            <a:pPr lvl="1"/>
            <a:r>
              <a:rPr lang="en-US" sz="2800" dirty="0"/>
              <a:t>Land and expansion they went through</a:t>
            </a:r>
          </a:p>
          <a:p>
            <a:pPr lvl="1"/>
            <a:r>
              <a:rPr lang="en-US" sz="2800" dirty="0"/>
              <a:t>Policies on how they expanded, who did they move or incorporate?</a:t>
            </a:r>
          </a:p>
          <a:p>
            <a:pPr lvl="1"/>
            <a:r>
              <a:rPr lang="en-US" sz="2800" dirty="0"/>
              <a:t>Challenges</a:t>
            </a:r>
          </a:p>
          <a:p>
            <a:pPr lvl="1"/>
            <a:r>
              <a:rPr lang="en-US" sz="2800" dirty="0"/>
              <a:t>Culture of the empire in expanded territory</a:t>
            </a:r>
          </a:p>
          <a:p>
            <a:r>
              <a:rPr lang="en-US" sz="3200" dirty="0"/>
              <a:t>Outline on YOUR map how your empire started and expanded</a:t>
            </a:r>
          </a:p>
        </p:txBody>
      </p:sp>
    </p:spTree>
    <p:extLst>
      <p:ext uri="{BB962C8B-B14F-4D97-AF65-F5344CB8AC3E}">
        <p14:creationId xmlns:p14="http://schemas.microsoft.com/office/powerpoint/2010/main" val="18952587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1519</TotalTime>
  <Words>323</Words>
  <Application>Microsoft Office PowerPoint</Application>
  <PresentationFormat>Widescreen</PresentationFormat>
  <Paragraphs>40</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Google Sans Text</vt:lpstr>
      <vt:lpstr>Office Theme</vt:lpstr>
      <vt:lpstr>MOVING UP IN THE WORLD</vt:lpstr>
      <vt:lpstr>Look up a map of the United States of America</vt:lpstr>
      <vt:lpstr>What about the territories?</vt:lpstr>
      <vt:lpstr>Empire definition</vt:lpstr>
      <vt:lpstr>PowerPoint Presentation</vt:lpstr>
      <vt:lpstr>PowerPoint Presentation</vt:lpstr>
      <vt:lpstr>PowerPoint Presentation</vt:lpstr>
      <vt:lpstr>PowerPoint Presentation</vt:lpstr>
      <vt:lpstr>PowerPoint Presentation</vt:lpstr>
      <vt:lpstr>Empires and land how connected?</vt:lpstr>
      <vt:lpstr>Investigate an Empire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Tivin, Eli (Faculty)</dc:creator>
  <cp:lastModifiedBy>Tivin, Eli (Faculty)</cp:lastModifiedBy>
  <cp:revision>1</cp:revision>
  <dcterms:created xsi:type="dcterms:W3CDTF">2024-10-09T11:37:19Z</dcterms:created>
  <dcterms:modified xsi:type="dcterms:W3CDTF">2024-10-10T12:56:39Z</dcterms:modified>
</cp:coreProperties>
</file>